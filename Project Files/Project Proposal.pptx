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4" r:id="rId8"/>
    <p:sldId id="266" r:id="rId9"/>
    <p:sldId id="271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sratnawal@outlook.com" initials="n" lastIdx="1" clrIdx="0">
    <p:extLst>
      <p:ext uri="{19B8F6BF-5375-455C-9EA6-DF929625EA0E}">
        <p15:presenceInfo xmlns:p15="http://schemas.microsoft.com/office/powerpoint/2012/main" userId="b6f4b96af281d35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CA4978-8362-4DCF-A2A5-2C3D62D7D797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C5C664-39D4-4EAC-8D1F-FE71F79B6CC8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Ultrasonic Sensors (Left, Right, Back) </a:t>
          </a:r>
        </a:p>
      </dgm:t>
    </dgm:pt>
    <dgm:pt modelId="{74173D01-43C7-469E-A430-C3C7627AD027}" type="parTrans" cxnId="{E3EF9161-3BFB-4CCB-BB79-7E89BB25F813}">
      <dgm:prSet/>
      <dgm:spPr/>
      <dgm:t>
        <a:bodyPr/>
        <a:lstStyle/>
        <a:p>
          <a:endParaRPr lang="en-US"/>
        </a:p>
      </dgm:t>
    </dgm:pt>
    <dgm:pt modelId="{DF8278D1-8084-40D5-9045-341874C47DAE}" type="sibTrans" cxnId="{E3EF9161-3BFB-4CCB-BB79-7E89BB25F813}">
      <dgm:prSet/>
      <dgm:spPr/>
      <dgm:t>
        <a:bodyPr/>
        <a:lstStyle/>
        <a:p>
          <a:endParaRPr lang="en-US"/>
        </a:p>
      </dgm:t>
    </dgm:pt>
    <dgm:pt modelId="{92D269B9-B306-4D09-9436-CE9FF8A9DEE0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Arduino processes data </a:t>
          </a:r>
        </a:p>
      </dgm:t>
    </dgm:pt>
    <dgm:pt modelId="{BCD34B7B-15F2-4CA2-8636-6F70DDE0852A}" type="parTrans" cxnId="{FA24A5D7-2D8B-414B-A601-987983F5E64B}">
      <dgm:prSet/>
      <dgm:spPr/>
      <dgm:t>
        <a:bodyPr/>
        <a:lstStyle/>
        <a:p>
          <a:endParaRPr lang="en-US"/>
        </a:p>
      </dgm:t>
    </dgm:pt>
    <dgm:pt modelId="{D0332F0B-92DA-44A2-9B66-04C82024BDAD}" type="sibTrans" cxnId="{FA24A5D7-2D8B-414B-A601-987983F5E64B}">
      <dgm:prSet/>
      <dgm:spPr/>
      <dgm:t>
        <a:bodyPr/>
        <a:lstStyle/>
        <a:p>
          <a:endParaRPr lang="en-US"/>
        </a:p>
      </dgm:t>
    </dgm:pt>
    <dgm:pt modelId="{9CB45ACD-3A58-4731-9FF6-F0E4A361411E}">
      <dgm:prSet custT="1"/>
      <dgm:spPr/>
      <dgm:t>
        <a:bodyPr/>
        <a:lstStyle/>
        <a:p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Measures </a:t>
          </a:r>
          <a:r>
            <a:rPr lang="en-US" sz="16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and show </a:t>
          </a:r>
          <a:r>
            <a:rPr lang="en-US" sz="16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collision risk</a:t>
          </a:r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real-time through </a:t>
          </a:r>
          <a:r>
            <a:rPr lang="en-US" sz="16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speed</a:t>
          </a:r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analysis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9A03E8-7A66-4D6A-B557-817946885941}" type="parTrans" cxnId="{8B8127D2-0A66-46EF-89F6-66D30A5872C5}">
      <dgm:prSet/>
      <dgm:spPr/>
      <dgm:t>
        <a:bodyPr/>
        <a:lstStyle/>
        <a:p>
          <a:endParaRPr lang="en-US"/>
        </a:p>
      </dgm:t>
    </dgm:pt>
    <dgm:pt modelId="{0CA82035-876B-40BA-B270-8C5BB7C3718E}" type="sibTrans" cxnId="{8B8127D2-0A66-46EF-89F6-66D30A5872C5}">
      <dgm:prSet/>
      <dgm:spPr/>
      <dgm:t>
        <a:bodyPr/>
        <a:lstStyle/>
        <a:p>
          <a:endParaRPr lang="en-US"/>
        </a:p>
      </dgm:t>
    </dgm:pt>
    <dgm:pt modelId="{E51026C4-D277-4125-97FB-FE92E0961FC5}">
      <dgm:prSet custT="1"/>
      <dgm:spPr/>
      <dgm:t>
        <a:bodyPr/>
        <a:lstStyle/>
        <a:p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warnings on an </a:t>
          </a:r>
          <a:r>
            <a:rPr lang="en-US" sz="16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LCD screen</a:t>
          </a:r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01FB1A-3677-4CDA-957F-A269776055F0}" type="parTrans" cxnId="{31099BE6-3210-40FA-BC4B-82C9DAB2B58B}">
      <dgm:prSet/>
      <dgm:spPr/>
      <dgm:t>
        <a:bodyPr/>
        <a:lstStyle/>
        <a:p>
          <a:endParaRPr lang="en-US"/>
        </a:p>
      </dgm:t>
    </dgm:pt>
    <dgm:pt modelId="{6BEA3EDF-B74E-4937-B508-FA9AFAD5F916}" type="sibTrans" cxnId="{31099BE6-3210-40FA-BC4B-82C9DAB2B58B}">
      <dgm:prSet/>
      <dgm:spPr/>
      <dgm:t>
        <a:bodyPr/>
        <a:lstStyle/>
        <a:p>
          <a:endParaRPr lang="en-US"/>
        </a:p>
      </dgm:t>
    </dgm:pt>
    <dgm:pt modelId="{95A6A73E-30DE-40C1-8D10-66A08BD3F621}">
      <dgm:prSet custT="1"/>
      <dgm:spPr/>
      <dgm:t>
        <a:bodyPr/>
        <a:lstStyle/>
        <a:p>
          <a:r>
            <a:rPr lang="en-US" sz="16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Alerts</a:t>
          </a:r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are generated </a:t>
          </a:r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when actual danger is detected </a:t>
          </a:r>
          <a:r>
            <a:rPr lang="en-US" sz="16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.Uses a </a:t>
          </a:r>
          <a:r>
            <a:rPr lang="en-US" sz="16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buzzer </a:t>
          </a:r>
          <a:r>
            <a:rPr lang="en-US" sz="16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for alerts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16F678-BDF8-4138-9BE8-A1C370654B73}" type="parTrans" cxnId="{51E2FD5B-DF03-4617-B229-2A97E2665935}">
      <dgm:prSet/>
      <dgm:spPr/>
      <dgm:t>
        <a:bodyPr/>
        <a:lstStyle/>
        <a:p>
          <a:endParaRPr lang="en-US"/>
        </a:p>
      </dgm:t>
    </dgm:pt>
    <dgm:pt modelId="{0FBED83F-2097-4961-8112-A09731FFC472}" type="sibTrans" cxnId="{51E2FD5B-DF03-4617-B229-2A97E2665935}">
      <dgm:prSet/>
      <dgm:spPr/>
      <dgm:t>
        <a:bodyPr/>
        <a:lstStyle/>
        <a:p>
          <a:endParaRPr lang="en-US"/>
        </a:p>
      </dgm:t>
    </dgm:pt>
    <dgm:pt modelId="{2C8BDA35-B5A3-444F-BAF0-ED4688831D08}">
      <dgm:prSet custT="1"/>
      <dgm:spPr/>
      <dgm:t>
        <a:bodyPr/>
        <a:lstStyle/>
        <a:p>
          <a:r>
            <a:rPr lang="en-US" sz="15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Activates a </a:t>
          </a:r>
          <a:r>
            <a:rPr lang="en-US" sz="15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red LED </a:t>
          </a:r>
          <a:r>
            <a:rPr lang="en-US" sz="15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only in </a:t>
          </a:r>
          <a:r>
            <a:rPr lang="en-US" sz="15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critical</a:t>
          </a:r>
          <a:r>
            <a:rPr lang="en-US" sz="15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situations </a:t>
          </a: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3DD282-4BF4-483E-B499-5757358DEC33}" type="parTrans" cxnId="{09E20F38-AF36-4C78-978D-2E689B303EC2}">
      <dgm:prSet/>
      <dgm:spPr/>
      <dgm:t>
        <a:bodyPr/>
        <a:lstStyle/>
        <a:p>
          <a:endParaRPr lang="en-US"/>
        </a:p>
      </dgm:t>
    </dgm:pt>
    <dgm:pt modelId="{A7939B8C-B1EB-4979-A1BC-1D6394FFC171}" type="sibTrans" cxnId="{09E20F38-AF36-4C78-978D-2E689B303EC2}">
      <dgm:prSet/>
      <dgm:spPr/>
      <dgm:t>
        <a:bodyPr/>
        <a:lstStyle/>
        <a:p>
          <a:endParaRPr lang="en-US"/>
        </a:p>
      </dgm:t>
    </dgm:pt>
    <dgm:pt modelId="{7FC03851-77E4-43F2-8E34-68C5DA714FF2}" type="pres">
      <dgm:prSet presAssocID="{47CA4978-8362-4DCF-A2A5-2C3D62D7D797}" presName="cycle" presStyleCnt="0">
        <dgm:presLayoutVars>
          <dgm:dir/>
          <dgm:resizeHandles val="exact"/>
        </dgm:presLayoutVars>
      </dgm:prSet>
      <dgm:spPr/>
    </dgm:pt>
    <dgm:pt modelId="{40FD0632-FE29-4C53-9032-65AEA0F5148A}" type="pres">
      <dgm:prSet presAssocID="{7DC5C664-39D4-4EAC-8D1F-FE71F79B6CC8}" presName="dummy" presStyleCnt="0"/>
      <dgm:spPr/>
    </dgm:pt>
    <dgm:pt modelId="{2EC1997F-F4F3-4337-B852-B123F719A6B6}" type="pres">
      <dgm:prSet presAssocID="{7DC5C664-39D4-4EAC-8D1F-FE71F79B6CC8}" presName="node" presStyleLbl="revTx" presStyleIdx="0" presStyleCnt="6" custScaleX="127889" custRadScaleRad="98235" custRadScaleInc="3431">
        <dgm:presLayoutVars>
          <dgm:bulletEnabled val="1"/>
        </dgm:presLayoutVars>
      </dgm:prSet>
      <dgm:spPr/>
    </dgm:pt>
    <dgm:pt modelId="{1CDABCE3-CAF2-45CE-99D9-E9A4ACAFB1FA}" type="pres">
      <dgm:prSet presAssocID="{DF8278D1-8084-40D5-9045-341874C47DAE}" presName="sibTrans" presStyleLbl="node1" presStyleIdx="0" presStyleCnt="6"/>
      <dgm:spPr/>
    </dgm:pt>
    <dgm:pt modelId="{5CA1CB38-56B1-47F9-B5B7-79FC7D8848CE}" type="pres">
      <dgm:prSet presAssocID="{92D269B9-B306-4D09-9436-CE9FF8A9DEE0}" presName="dummy" presStyleCnt="0"/>
      <dgm:spPr/>
    </dgm:pt>
    <dgm:pt modelId="{30C256BC-5928-421F-BB7E-3C733D6321DA}" type="pres">
      <dgm:prSet presAssocID="{92D269B9-B306-4D09-9436-CE9FF8A9DEE0}" presName="node" presStyleLbl="revTx" presStyleIdx="1" presStyleCnt="6">
        <dgm:presLayoutVars>
          <dgm:bulletEnabled val="1"/>
        </dgm:presLayoutVars>
      </dgm:prSet>
      <dgm:spPr/>
    </dgm:pt>
    <dgm:pt modelId="{F56E2DC9-5CC8-459D-AC6E-53AEC6F7F75E}" type="pres">
      <dgm:prSet presAssocID="{D0332F0B-92DA-44A2-9B66-04C82024BDAD}" presName="sibTrans" presStyleLbl="node1" presStyleIdx="1" presStyleCnt="6"/>
      <dgm:spPr/>
    </dgm:pt>
    <dgm:pt modelId="{C4BD5095-B2FD-4CAA-8889-2B2F25561F00}" type="pres">
      <dgm:prSet presAssocID="{9CB45ACD-3A58-4731-9FF6-F0E4A361411E}" presName="dummy" presStyleCnt="0"/>
      <dgm:spPr/>
    </dgm:pt>
    <dgm:pt modelId="{DA053237-D317-4FCB-94A6-3958C0730173}" type="pres">
      <dgm:prSet presAssocID="{9CB45ACD-3A58-4731-9FF6-F0E4A361411E}" presName="node" presStyleLbl="revTx" presStyleIdx="2" presStyleCnt="6" custScaleX="159713">
        <dgm:presLayoutVars>
          <dgm:bulletEnabled val="1"/>
        </dgm:presLayoutVars>
      </dgm:prSet>
      <dgm:spPr/>
    </dgm:pt>
    <dgm:pt modelId="{606148A7-A6E2-4981-9B6D-4B5952661463}" type="pres">
      <dgm:prSet presAssocID="{0CA82035-876B-40BA-B270-8C5BB7C3718E}" presName="sibTrans" presStyleLbl="node1" presStyleIdx="2" presStyleCnt="6" custLinFactNeighborX="81" custLinFactNeighborY="723"/>
      <dgm:spPr/>
    </dgm:pt>
    <dgm:pt modelId="{0FB6E4A6-BFE8-45F7-A1D8-3471A540E4B1}" type="pres">
      <dgm:prSet presAssocID="{E51026C4-D277-4125-97FB-FE92E0961FC5}" presName="dummy" presStyleCnt="0"/>
      <dgm:spPr/>
    </dgm:pt>
    <dgm:pt modelId="{1974C429-1C52-4125-8B44-BFD0690F425D}" type="pres">
      <dgm:prSet presAssocID="{E51026C4-D277-4125-97FB-FE92E0961FC5}" presName="node" presStyleLbl="revTx" presStyleIdx="3" presStyleCnt="6" custScaleX="124429">
        <dgm:presLayoutVars>
          <dgm:bulletEnabled val="1"/>
        </dgm:presLayoutVars>
      </dgm:prSet>
      <dgm:spPr/>
    </dgm:pt>
    <dgm:pt modelId="{954E4F10-0B2F-4D7A-AA44-EB78FD522954}" type="pres">
      <dgm:prSet presAssocID="{6BEA3EDF-B74E-4937-B508-FA9AFAD5F916}" presName="sibTrans" presStyleLbl="node1" presStyleIdx="3" presStyleCnt="6"/>
      <dgm:spPr/>
    </dgm:pt>
    <dgm:pt modelId="{90F79110-624E-4091-9849-872504CF454A}" type="pres">
      <dgm:prSet presAssocID="{95A6A73E-30DE-40C1-8D10-66A08BD3F621}" presName="dummy" presStyleCnt="0"/>
      <dgm:spPr/>
    </dgm:pt>
    <dgm:pt modelId="{3A2259A0-463B-408B-9D11-A863E1FA479C}" type="pres">
      <dgm:prSet presAssocID="{95A6A73E-30DE-40C1-8D10-66A08BD3F621}" presName="node" presStyleLbl="revTx" presStyleIdx="4" presStyleCnt="6" custScaleX="197927">
        <dgm:presLayoutVars>
          <dgm:bulletEnabled val="1"/>
        </dgm:presLayoutVars>
      </dgm:prSet>
      <dgm:spPr/>
    </dgm:pt>
    <dgm:pt modelId="{EC874222-7D8A-4066-81C8-7477079BB94E}" type="pres">
      <dgm:prSet presAssocID="{0FBED83F-2097-4961-8112-A09731FFC472}" presName="sibTrans" presStyleLbl="node1" presStyleIdx="4" presStyleCnt="6"/>
      <dgm:spPr/>
    </dgm:pt>
    <dgm:pt modelId="{E2860054-AC61-4AF2-9509-372585B41B29}" type="pres">
      <dgm:prSet presAssocID="{2C8BDA35-B5A3-444F-BAF0-ED4688831D08}" presName="dummy" presStyleCnt="0"/>
      <dgm:spPr/>
    </dgm:pt>
    <dgm:pt modelId="{D3C4A6EE-A195-4FE7-8941-34CEB865ED9C}" type="pres">
      <dgm:prSet presAssocID="{2C8BDA35-B5A3-444F-BAF0-ED4688831D08}" presName="node" presStyleLbl="revTx" presStyleIdx="5" presStyleCnt="6" custScaleX="162373" custRadScaleRad="99285" custRadScaleInc="-30530">
        <dgm:presLayoutVars>
          <dgm:bulletEnabled val="1"/>
        </dgm:presLayoutVars>
      </dgm:prSet>
      <dgm:spPr/>
    </dgm:pt>
    <dgm:pt modelId="{026F57B6-E2CF-4D30-8A89-16480F9259F6}" type="pres">
      <dgm:prSet presAssocID="{A7939B8C-B1EB-4979-A1BC-1D6394FFC171}" presName="sibTrans" presStyleLbl="node1" presStyleIdx="5" presStyleCnt="6"/>
      <dgm:spPr/>
    </dgm:pt>
  </dgm:ptLst>
  <dgm:cxnLst>
    <dgm:cxn modelId="{F066A601-C9D3-4037-B9A2-7B7846892311}" type="presOf" srcId="{E51026C4-D277-4125-97FB-FE92E0961FC5}" destId="{1974C429-1C52-4125-8B44-BFD0690F425D}" srcOrd="0" destOrd="0" presId="urn:microsoft.com/office/officeart/2005/8/layout/cycle1"/>
    <dgm:cxn modelId="{6F69601A-96EB-4E3C-9AB7-E419D0284A7E}" type="presOf" srcId="{DF8278D1-8084-40D5-9045-341874C47DAE}" destId="{1CDABCE3-CAF2-45CE-99D9-E9A4ACAFB1FA}" srcOrd="0" destOrd="0" presId="urn:microsoft.com/office/officeart/2005/8/layout/cycle1"/>
    <dgm:cxn modelId="{09E20F38-AF36-4C78-978D-2E689B303EC2}" srcId="{47CA4978-8362-4DCF-A2A5-2C3D62D7D797}" destId="{2C8BDA35-B5A3-444F-BAF0-ED4688831D08}" srcOrd="5" destOrd="0" parTransId="{A33DD282-4BF4-483E-B499-5757358DEC33}" sibTransId="{A7939B8C-B1EB-4979-A1BC-1D6394FFC171}"/>
    <dgm:cxn modelId="{3ECAE73F-3177-4E17-B2C2-F7001128581D}" type="presOf" srcId="{7DC5C664-39D4-4EAC-8D1F-FE71F79B6CC8}" destId="{2EC1997F-F4F3-4337-B852-B123F719A6B6}" srcOrd="0" destOrd="0" presId="urn:microsoft.com/office/officeart/2005/8/layout/cycle1"/>
    <dgm:cxn modelId="{51E2FD5B-DF03-4617-B229-2A97E2665935}" srcId="{47CA4978-8362-4DCF-A2A5-2C3D62D7D797}" destId="{95A6A73E-30DE-40C1-8D10-66A08BD3F621}" srcOrd="4" destOrd="0" parTransId="{D616F678-BDF8-4138-9BE8-A1C370654B73}" sibTransId="{0FBED83F-2097-4961-8112-A09731FFC472}"/>
    <dgm:cxn modelId="{E3EF9161-3BFB-4CCB-BB79-7E89BB25F813}" srcId="{47CA4978-8362-4DCF-A2A5-2C3D62D7D797}" destId="{7DC5C664-39D4-4EAC-8D1F-FE71F79B6CC8}" srcOrd="0" destOrd="0" parTransId="{74173D01-43C7-469E-A430-C3C7627AD027}" sibTransId="{DF8278D1-8084-40D5-9045-341874C47DAE}"/>
    <dgm:cxn modelId="{00444549-0013-4571-8DC1-F44A8B8497C1}" type="presOf" srcId="{6BEA3EDF-B74E-4937-B508-FA9AFAD5F916}" destId="{954E4F10-0B2F-4D7A-AA44-EB78FD522954}" srcOrd="0" destOrd="0" presId="urn:microsoft.com/office/officeart/2005/8/layout/cycle1"/>
    <dgm:cxn modelId="{3392C270-1F0B-4547-8B15-98C1A233AAA9}" type="presOf" srcId="{2C8BDA35-B5A3-444F-BAF0-ED4688831D08}" destId="{D3C4A6EE-A195-4FE7-8941-34CEB865ED9C}" srcOrd="0" destOrd="0" presId="urn:microsoft.com/office/officeart/2005/8/layout/cycle1"/>
    <dgm:cxn modelId="{0919CE57-B611-4884-9785-660A3C6C5DD2}" type="presOf" srcId="{0CA82035-876B-40BA-B270-8C5BB7C3718E}" destId="{606148A7-A6E2-4981-9B6D-4B5952661463}" srcOrd="0" destOrd="0" presId="urn:microsoft.com/office/officeart/2005/8/layout/cycle1"/>
    <dgm:cxn modelId="{D6A9EE83-F23E-41F2-9968-A6A11912785B}" type="presOf" srcId="{47CA4978-8362-4DCF-A2A5-2C3D62D7D797}" destId="{7FC03851-77E4-43F2-8E34-68C5DA714FF2}" srcOrd="0" destOrd="0" presId="urn:microsoft.com/office/officeart/2005/8/layout/cycle1"/>
    <dgm:cxn modelId="{DA7CAFB2-F57E-4206-B0E3-ECF6BB1F3A81}" type="presOf" srcId="{D0332F0B-92DA-44A2-9B66-04C82024BDAD}" destId="{F56E2DC9-5CC8-459D-AC6E-53AEC6F7F75E}" srcOrd="0" destOrd="0" presId="urn:microsoft.com/office/officeart/2005/8/layout/cycle1"/>
    <dgm:cxn modelId="{2995B2BB-B875-41DD-8FE1-7979ECAC22E2}" type="presOf" srcId="{9CB45ACD-3A58-4731-9FF6-F0E4A361411E}" destId="{DA053237-D317-4FCB-94A6-3958C0730173}" srcOrd="0" destOrd="0" presId="urn:microsoft.com/office/officeart/2005/8/layout/cycle1"/>
    <dgm:cxn modelId="{48B55ABC-B468-4563-9AE5-76454B520351}" type="presOf" srcId="{0FBED83F-2097-4961-8112-A09731FFC472}" destId="{EC874222-7D8A-4066-81C8-7477079BB94E}" srcOrd="0" destOrd="0" presId="urn:microsoft.com/office/officeart/2005/8/layout/cycle1"/>
    <dgm:cxn modelId="{E6A225C8-ADCF-48EE-B882-280EFD49DF5C}" type="presOf" srcId="{95A6A73E-30DE-40C1-8D10-66A08BD3F621}" destId="{3A2259A0-463B-408B-9D11-A863E1FA479C}" srcOrd="0" destOrd="0" presId="urn:microsoft.com/office/officeart/2005/8/layout/cycle1"/>
    <dgm:cxn modelId="{8B8127D2-0A66-46EF-89F6-66D30A5872C5}" srcId="{47CA4978-8362-4DCF-A2A5-2C3D62D7D797}" destId="{9CB45ACD-3A58-4731-9FF6-F0E4A361411E}" srcOrd="2" destOrd="0" parTransId="{309A03E8-7A66-4D6A-B557-817946885941}" sibTransId="{0CA82035-876B-40BA-B270-8C5BB7C3718E}"/>
    <dgm:cxn modelId="{FA24A5D7-2D8B-414B-A601-987983F5E64B}" srcId="{47CA4978-8362-4DCF-A2A5-2C3D62D7D797}" destId="{92D269B9-B306-4D09-9436-CE9FF8A9DEE0}" srcOrd="1" destOrd="0" parTransId="{BCD34B7B-15F2-4CA2-8636-6F70DDE0852A}" sibTransId="{D0332F0B-92DA-44A2-9B66-04C82024BDAD}"/>
    <dgm:cxn modelId="{B3DC3EDE-B3DB-4B19-B139-970791947785}" type="presOf" srcId="{92D269B9-B306-4D09-9436-CE9FF8A9DEE0}" destId="{30C256BC-5928-421F-BB7E-3C733D6321DA}" srcOrd="0" destOrd="0" presId="urn:microsoft.com/office/officeart/2005/8/layout/cycle1"/>
    <dgm:cxn modelId="{8B8483DF-D52A-488C-9DDE-192C41E2ED38}" type="presOf" srcId="{A7939B8C-B1EB-4979-A1BC-1D6394FFC171}" destId="{026F57B6-E2CF-4D30-8A89-16480F9259F6}" srcOrd="0" destOrd="0" presId="urn:microsoft.com/office/officeart/2005/8/layout/cycle1"/>
    <dgm:cxn modelId="{31099BE6-3210-40FA-BC4B-82C9DAB2B58B}" srcId="{47CA4978-8362-4DCF-A2A5-2C3D62D7D797}" destId="{E51026C4-D277-4125-97FB-FE92E0961FC5}" srcOrd="3" destOrd="0" parTransId="{2E01FB1A-3677-4CDA-957F-A269776055F0}" sibTransId="{6BEA3EDF-B74E-4937-B508-FA9AFAD5F916}"/>
    <dgm:cxn modelId="{B9CE1F69-23A6-4BED-8C2E-43E1BEC31A0E}" type="presParOf" srcId="{7FC03851-77E4-43F2-8E34-68C5DA714FF2}" destId="{40FD0632-FE29-4C53-9032-65AEA0F5148A}" srcOrd="0" destOrd="0" presId="urn:microsoft.com/office/officeart/2005/8/layout/cycle1"/>
    <dgm:cxn modelId="{68C1BD46-1F17-4DA0-A7AF-3679A2EDC1A7}" type="presParOf" srcId="{7FC03851-77E4-43F2-8E34-68C5DA714FF2}" destId="{2EC1997F-F4F3-4337-B852-B123F719A6B6}" srcOrd="1" destOrd="0" presId="urn:microsoft.com/office/officeart/2005/8/layout/cycle1"/>
    <dgm:cxn modelId="{649856E4-4583-427E-983B-246C49ED791A}" type="presParOf" srcId="{7FC03851-77E4-43F2-8E34-68C5DA714FF2}" destId="{1CDABCE3-CAF2-45CE-99D9-E9A4ACAFB1FA}" srcOrd="2" destOrd="0" presId="urn:microsoft.com/office/officeart/2005/8/layout/cycle1"/>
    <dgm:cxn modelId="{F1B91ACE-CB03-4F0C-A6EC-5CB5ED4CA9DB}" type="presParOf" srcId="{7FC03851-77E4-43F2-8E34-68C5DA714FF2}" destId="{5CA1CB38-56B1-47F9-B5B7-79FC7D8848CE}" srcOrd="3" destOrd="0" presId="urn:microsoft.com/office/officeart/2005/8/layout/cycle1"/>
    <dgm:cxn modelId="{CB40E7AD-A3EF-4475-BB0A-1FB7DE8EDCDF}" type="presParOf" srcId="{7FC03851-77E4-43F2-8E34-68C5DA714FF2}" destId="{30C256BC-5928-421F-BB7E-3C733D6321DA}" srcOrd="4" destOrd="0" presId="urn:microsoft.com/office/officeart/2005/8/layout/cycle1"/>
    <dgm:cxn modelId="{3B1F95BA-D9C9-4A06-A8B1-D57066D2C2EF}" type="presParOf" srcId="{7FC03851-77E4-43F2-8E34-68C5DA714FF2}" destId="{F56E2DC9-5CC8-459D-AC6E-53AEC6F7F75E}" srcOrd="5" destOrd="0" presId="urn:microsoft.com/office/officeart/2005/8/layout/cycle1"/>
    <dgm:cxn modelId="{642250A4-87E3-4271-A049-48F4F97FA6E8}" type="presParOf" srcId="{7FC03851-77E4-43F2-8E34-68C5DA714FF2}" destId="{C4BD5095-B2FD-4CAA-8889-2B2F25561F00}" srcOrd="6" destOrd="0" presId="urn:microsoft.com/office/officeart/2005/8/layout/cycle1"/>
    <dgm:cxn modelId="{F060F820-DC74-4491-8ADD-65A47057F28C}" type="presParOf" srcId="{7FC03851-77E4-43F2-8E34-68C5DA714FF2}" destId="{DA053237-D317-4FCB-94A6-3958C0730173}" srcOrd="7" destOrd="0" presId="urn:microsoft.com/office/officeart/2005/8/layout/cycle1"/>
    <dgm:cxn modelId="{9B07DBAA-64ED-4EC9-8E43-9FE07E7C8D2F}" type="presParOf" srcId="{7FC03851-77E4-43F2-8E34-68C5DA714FF2}" destId="{606148A7-A6E2-4981-9B6D-4B5952661463}" srcOrd="8" destOrd="0" presId="urn:microsoft.com/office/officeart/2005/8/layout/cycle1"/>
    <dgm:cxn modelId="{7FEC2945-D70B-43F0-A198-68B0B34C3BDC}" type="presParOf" srcId="{7FC03851-77E4-43F2-8E34-68C5DA714FF2}" destId="{0FB6E4A6-BFE8-45F7-A1D8-3471A540E4B1}" srcOrd="9" destOrd="0" presId="urn:microsoft.com/office/officeart/2005/8/layout/cycle1"/>
    <dgm:cxn modelId="{BA9781EA-37FC-45F0-9139-95E65364CCF5}" type="presParOf" srcId="{7FC03851-77E4-43F2-8E34-68C5DA714FF2}" destId="{1974C429-1C52-4125-8B44-BFD0690F425D}" srcOrd="10" destOrd="0" presId="urn:microsoft.com/office/officeart/2005/8/layout/cycle1"/>
    <dgm:cxn modelId="{D761CAC4-5E67-4B1B-A200-65752F6640ED}" type="presParOf" srcId="{7FC03851-77E4-43F2-8E34-68C5DA714FF2}" destId="{954E4F10-0B2F-4D7A-AA44-EB78FD522954}" srcOrd="11" destOrd="0" presId="urn:microsoft.com/office/officeart/2005/8/layout/cycle1"/>
    <dgm:cxn modelId="{B6EB497F-143E-4F32-B031-D995BD368A1B}" type="presParOf" srcId="{7FC03851-77E4-43F2-8E34-68C5DA714FF2}" destId="{90F79110-624E-4091-9849-872504CF454A}" srcOrd="12" destOrd="0" presId="urn:microsoft.com/office/officeart/2005/8/layout/cycle1"/>
    <dgm:cxn modelId="{D80A2582-A939-45B7-810F-442C79CF303B}" type="presParOf" srcId="{7FC03851-77E4-43F2-8E34-68C5DA714FF2}" destId="{3A2259A0-463B-408B-9D11-A863E1FA479C}" srcOrd="13" destOrd="0" presId="urn:microsoft.com/office/officeart/2005/8/layout/cycle1"/>
    <dgm:cxn modelId="{A9AE1269-38CC-40CE-8791-1F936BDA1A8E}" type="presParOf" srcId="{7FC03851-77E4-43F2-8E34-68C5DA714FF2}" destId="{EC874222-7D8A-4066-81C8-7477079BB94E}" srcOrd="14" destOrd="0" presId="urn:microsoft.com/office/officeart/2005/8/layout/cycle1"/>
    <dgm:cxn modelId="{54BDF9F1-AB0E-43D0-9580-7284633F4234}" type="presParOf" srcId="{7FC03851-77E4-43F2-8E34-68C5DA714FF2}" destId="{E2860054-AC61-4AF2-9509-372585B41B29}" srcOrd="15" destOrd="0" presId="urn:microsoft.com/office/officeart/2005/8/layout/cycle1"/>
    <dgm:cxn modelId="{C26B6AB9-8B61-4E68-9D7E-766BD89372F3}" type="presParOf" srcId="{7FC03851-77E4-43F2-8E34-68C5DA714FF2}" destId="{D3C4A6EE-A195-4FE7-8941-34CEB865ED9C}" srcOrd="16" destOrd="0" presId="urn:microsoft.com/office/officeart/2005/8/layout/cycle1"/>
    <dgm:cxn modelId="{FC14CC5D-3B72-4CA8-9730-96EB4CE37CD5}" type="presParOf" srcId="{7FC03851-77E4-43F2-8E34-68C5DA714FF2}" destId="{026F57B6-E2CF-4D30-8A89-16480F9259F6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104D9F-E483-4C91-BEC5-5F69F7DFF5D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EAAE2D-CA12-4695-9547-DE915A4094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AI for smarter object and risk prediction</a:t>
          </a:r>
        </a:p>
      </dgm:t>
    </dgm:pt>
    <dgm:pt modelId="{786FCD47-CD7A-4203-8DA1-F618FBE0BDBC}" type="parTrans" cxnId="{6CF66454-DE1A-4E2D-B1DF-AE93D37CC18A}">
      <dgm:prSet/>
      <dgm:spPr/>
      <dgm:t>
        <a:bodyPr/>
        <a:lstStyle/>
        <a:p>
          <a:endParaRPr lang="en-US"/>
        </a:p>
      </dgm:t>
    </dgm:pt>
    <dgm:pt modelId="{B5D28380-79C1-464B-9327-427841E4270C}" type="sibTrans" cxnId="{6CF66454-DE1A-4E2D-B1DF-AE93D37CC18A}">
      <dgm:prSet/>
      <dgm:spPr/>
      <dgm:t>
        <a:bodyPr/>
        <a:lstStyle/>
        <a:p>
          <a:endParaRPr lang="en-US"/>
        </a:p>
      </dgm:t>
    </dgm:pt>
    <dgm:pt modelId="{D198D7EB-8BC3-4AAF-B437-8814FF1624F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Adding GPS and mobile app connectivity for tracking &amp; alerts</a:t>
          </a:r>
        </a:p>
      </dgm:t>
    </dgm:pt>
    <dgm:pt modelId="{F97D439D-06E9-4F4E-8EB2-37D6B3D9F693}" type="parTrans" cxnId="{F0682F2D-19A7-43C3-B2A7-F81E3856DA5E}">
      <dgm:prSet/>
      <dgm:spPr/>
      <dgm:t>
        <a:bodyPr/>
        <a:lstStyle/>
        <a:p>
          <a:endParaRPr lang="en-US"/>
        </a:p>
      </dgm:t>
    </dgm:pt>
    <dgm:pt modelId="{3663AA6E-DC04-49A5-9CBE-D1F11B8DF882}" type="sibTrans" cxnId="{F0682F2D-19A7-43C3-B2A7-F81E3856DA5E}">
      <dgm:prSet/>
      <dgm:spPr/>
      <dgm:t>
        <a:bodyPr/>
        <a:lstStyle/>
        <a:p>
          <a:endParaRPr lang="en-US"/>
        </a:p>
      </dgm:t>
    </dgm:pt>
    <dgm:pt modelId="{96F4C41D-59FF-4A6B-84CD-3B570E23F2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Using camera/radar sensors for higher accuracy</a:t>
          </a:r>
        </a:p>
      </dgm:t>
    </dgm:pt>
    <dgm:pt modelId="{15A79F90-D7BA-4E90-883D-FC324F3F241B}" type="parTrans" cxnId="{707B2B65-E88B-41E8-83C5-F8DD4215E4CE}">
      <dgm:prSet/>
      <dgm:spPr/>
      <dgm:t>
        <a:bodyPr/>
        <a:lstStyle/>
        <a:p>
          <a:endParaRPr lang="en-US"/>
        </a:p>
      </dgm:t>
    </dgm:pt>
    <dgm:pt modelId="{D5FB518A-9493-4BD1-B7D7-A6258BFC6A56}" type="sibTrans" cxnId="{707B2B65-E88B-41E8-83C5-F8DD4215E4CE}">
      <dgm:prSet/>
      <dgm:spPr/>
      <dgm:t>
        <a:bodyPr/>
        <a:lstStyle/>
        <a:p>
          <a:endParaRPr lang="en-US"/>
        </a:p>
      </dgm:t>
    </dgm:pt>
    <dgm:pt modelId="{274FF359-5730-428B-B142-BD13877F63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Developing waterproof and compact real-world design</a:t>
          </a:r>
        </a:p>
      </dgm:t>
    </dgm:pt>
    <dgm:pt modelId="{20914CA1-4F26-4A0D-A000-C8814DF09A7E}" type="parTrans" cxnId="{EE72A8F5-2055-4896-B15E-2DE5938CA1D6}">
      <dgm:prSet/>
      <dgm:spPr/>
      <dgm:t>
        <a:bodyPr/>
        <a:lstStyle/>
        <a:p>
          <a:endParaRPr lang="en-US"/>
        </a:p>
      </dgm:t>
    </dgm:pt>
    <dgm:pt modelId="{EA2339FF-0174-489A-9EC2-326B445623ED}" type="sibTrans" cxnId="{EE72A8F5-2055-4896-B15E-2DE5938CA1D6}">
      <dgm:prSet/>
      <dgm:spPr/>
      <dgm:t>
        <a:bodyPr/>
        <a:lstStyle/>
        <a:p>
          <a:endParaRPr lang="en-US"/>
        </a:p>
      </dgm:t>
    </dgm:pt>
    <dgm:pt modelId="{AA99DDFD-DC8E-4A2D-B066-A8DA419D8F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Expanding system for motorcycles and other vehicles</a:t>
          </a:r>
        </a:p>
      </dgm:t>
    </dgm:pt>
    <dgm:pt modelId="{D3EF7FD4-39DC-4F5C-88B3-5E0E408523C5}" type="parTrans" cxnId="{1A38E370-5FED-4351-A877-CB8710D52DF0}">
      <dgm:prSet/>
      <dgm:spPr/>
      <dgm:t>
        <a:bodyPr/>
        <a:lstStyle/>
        <a:p>
          <a:endParaRPr lang="en-US"/>
        </a:p>
      </dgm:t>
    </dgm:pt>
    <dgm:pt modelId="{01D86F06-253B-44D5-AD5F-52A9F0B4D8D1}" type="sibTrans" cxnId="{1A38E370-5FED-4351-A877-CB8710D52DF0}">
      <dgm:prSet/>
      <dgm:spPr/>
      <dgm:t>
        <a:bodyPr/>
        <a:lstStyle/>
        <a:p>
          <a:endParaRPr lang="en-US"/>
        </a:p>
      </dgm:t>
    </dgm:pt>
    <dgm:pt modelId="{F07D9897-4B54-4271-843B-21EC5DF36F7E}" type="pres">
      <dgm:prSet presAssocID="{73104D9F-E483-4C91-BEC5-5F69F7DFF5D7}" presName="root" presStyleCnt="0">
        <dgm:presLayoutVars>
          <dgm:dir/>
          <dgm:resizeHandles val="exact"/>
        </dgm:presLayoutVars>
      </dgm:prSet>
      <dgm:spPr/>
    </dgm:pt>
    <dgm:pt modelId="{8194F1A6-7712-47AC-9271-C8F0496239B9}" type="pres">
      <dgm:prSet presAssocID="{DFEAAE2D-CA12-4695-9547-DE915A40948A}" presName="compNode" presStyleCnt="0"/>
      <dgm:spPr/>
    </dgm:pt>
    <dgm:pt modelId="{FFC95C78-CDDB-4989-B7CF-16B06C85DC57}" type="pres">
      <dgm:prSet presAssocID="{DFEAAE2D-CA12-4695-9547-DE915A40948A}" presName="iconRect" presStyleLbl="node1" presStyleIdx="0" presStyleCnt="5" custLinFactNeighborX="-7985" custLinFactNeighborY="-886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C6AA4A0-93A3-44E6-9B57-9BAB85A5EFFF}" type="pres">
      <dgm:prSet presAssocID="{DFEAAE2D-CA12-4695-9547-DE915A40948A}" presName="spaceRect" presStyleCnt="0"/>
      <dgm:spPr/>
    </dgm:pt>
    <dgm:pt modelId="{E3D613A1-35A6-4CC9-A122-C90B4DA10ECB}" type="pres">
      <dgm:prSet presAssocID="{DFEAAE2D-CA12-4695-9547-DE915A40948A}" presName="textRect" presStyleLbl="revTx" presStyleIdx="0" presStyleCnt="5" custScaleX="130264" custLinFactNeighborX="-14012" custLinFactNeighborY="-11834">
        <dgm:presLayoutVars>
          <dgm:chMax val="1"/>
          <dgm:chPref val="1"/>
        </dgm:presLayoutVars>
      </dgm:prSet>
      <dgm:spPr/>
    </dgm:pt>
    <dgm:pt modelId="{AC408EDC-318D-4012-B040-38079A243F82}" type="pres">
      <dgm:prSet presAssocID="{B5D28380-79C1-464B-9327-427841E4270C}" presName="sibTrans" presStyleCnt="0"/>
      <dgm:spPr/>
    </dgm:pt>
    <dgm:pt modelId="{C5A26986-7696-4C5F-8455-A043E8E4096D}" type="pres">
      <dgm:prSet presAssocID="{D198D7EB-8BC3-4AAF-B437-8814FF1624F1}" presName="compNode" presStyleCnt="0"/>
      <dgm:spPr/>
    </dgm:pt>
    <dgm:pt modelId="{0FDA2B17-D0F4-4718-9853-4C77C2568BDD}" type="pres">
      <dgm:prSet presAssocID="{D198D7EB-8BC3-4AAF-B437-8814FF1624F1}" presName="iconRect" presStyleLbl="node1" presStyleIdx="1" presStyleCnt="5" custLinFactNeighborX="9400" custLinFactNeighborY="-886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5FA2ACC-3813-4083-BB09-6BD4AC99D1E2}" type="pres">
      <dgm:prSet presAssocID="{D198D7EB-8BC3-4AAF-B437-8814FF1624F1}" presName="spaceRect" presStyleCnt="0"/>
      <dgm:spPr/>
    </dgm:pt>
    <dgm:pt modelId="{EFF789C5-3355-4ECB-908C-9E1CDCB2B848}" type="pres">
      <dgm:prSet presAssocID="{D198D7EB-8BC3-4AAF-B437-8814FF1624F1}" presName="textRect" presStyleLbl="revTx" presStyleIdx="1" presStyleCnt="5" custScaleX="149784" custLinFactNeighborX="11455" custLinFactNeighborY="-8085">
        <dgm:presLayoutVars>
          <dgm:chMax val="1"/>
          <dgm:chPref val="1"/>
        </dgm:presLayoutVars>
      </dgm:prSet>
      <dgm:spPr/>
    </dgm:pt>
    <dgm:pt modelId="{9141CAA0-2449-4212-814F-8E884BF47C79}" type="pres">
      <dgm:prSet presAssocID="{3663AA6E-DC04-49A5-9CBE-D1F11B8DF882}" presName="sibTrans" presStyleCnt="0"/>
      <dgm:spPr/>
    </dgm:pt>
    <dgm:pt modelId="{4481A7FF-8607-4354-BF70-BF5231283044}" type="pres">
      <dgm:prSet presAssocID="{96F4C41D-59FF-4A6B-84CD-3B570E23F265}" presName="compNode" presStyleCnt="0"/>
      <dgm:spPr/>
    </dgm:pt>
    <dgm:pt modelId="{5958E125-D088-4F2A-B4B2-30D20367001F}" type="pres">
      <dgm:prSet presAssocID="{96F4C41D-59FF-4A6B-84CD-3B570E23F265}" presName="iconRect" presStyleLbl="node1" presStyleIdx="2" presStyleCnt="5" custLinFactNeighborX="10349" custLinFactNeighborY="-886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F96A965B-ED48-4FAB-A785-815AB0C0DF4B}" type="pres">
      <dgm:prSet presAssocID="{96F4C41D-59FF-4A6B-84CD-3B570E23F265}" presName="spaceRect" presStyleCnt="0"/>
      <dgm:spPr/>
    </dgm:pt>
    <dgm:pt modelId="{E2CC8137-BD81-4046-8E7F-954341797A8F}" type="pres">
      <dgm:prSet presAssocID="{96F4C41D-59FF-4A6B-84CD-3B570E23F265}" presName="textRect" presStyleLbl="revTx" presStyleIdx="2" presStyleCnt="5" custScaleX="138724" custLinFactNeighborX="3353" custLinFactNeighborY="-8085">
        <dgm:presLayoutVars>
          <dgm:chMax val="1"/>
          <dgm:chPref val="1"/>
        </dgm:presLayoutVars>
      </dgm:prSet>
      <dgm:spPr/>
    </dgm:pt>
    <dgm:pt modelId="{7738F6A5-CE49-4794-977D-1DA4792DA8D9}" type="pres">
      <dgm:prSet presAssocID="{D5FB518A-9493-4BD1-B7D7-A6258BFC6A56}" presName="sibTrans" presStyleCnt="0"/>
      <dgm:spPr/>
    </dgm:pt>
    <dgm:pt modelId="{4A5A1085-8A80-4405-ABFC-35973B129458}" type="pres">
      <dgm:prSet presAssocID="{274FF359-5730-428B-B142-BD13877F6307}" presName="compNode" presStyleCnt="0"/>
      <dgm:spPr/>
    </dgm:pt>
    <dgm:pt modelId="{603EF20A-1524-491E-AADC-4DE8C0DBF02A}" type="pres">
      <dgm:prSet presAssocID="{274FF359-5730-428B-B142-BD13877F6307}" presName="iconRect" presStyleLbl="node1" presStyleIdx="3" presStyleCnt="5" custLinFactNeighborX="-47977" custLinFactNeighborY="-10292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wer"/>
        </a:ext>
      </dgm:extLst>
    </dgm:pt>
    <dgm:pt modelId="{3091F804-F92E-4134-8EAD-A24D55DCA9C6}" type="pres">
      <dgm:prSet presAssocID="{274FF359-5730-428B-B142-BD13877F6307}" presName="spaceRect" presStyleCnt="0"/>
      <dgm:spPr/>
    </dgm:pt>
    <dgm:pt modelId="{87E62E34-DF80-44F0-9430-8F5F9C358886}" type="pres">
      <dgm:prSet presAssocID="{274FF359-5730-428B-B142-BD13877F6307}" presName="textRect" presStyleLbl="revTx" presStyleIdx="3" presStyleCnt="5" custScaleX="130019" custLinFactNeighborX="-22430" custLinFactNeighborY="-9748">
        <dgm:presLayoutVars>
          <dgm:chMax val="1"/>
          <dgm:chPref val="1"/>
        </dgm:presLayoutVars>
      </dgm:prSet>
      <dgm:spPr/>
    </dgm:pt>
    <dgm:pt modelId="{36839992-9C34-4C9D-88F4-1991FEA63DD4}" type="pres">
      <dgm:prSet presAssocID="{EA2339FF-0174-489A-9EC2-326B445623ED}" presName="sibTrans" presStyleCnt="0"/>
      <dgm:spPr/>
    </dgm:pt>
    <dgm:pt modelId="{34230002-1589-4C59-9EDB-5F83D9C31E03}" type="pres">
      <dgm:prSet presAssocID="{AA99DDFD-DC8E-4A2D-B066-A8DA419D8F7E}" presName="compNode" presStyleCnt="0"/>
      <dgm:spPr/>
    </dgm:pt>
    <dgm:pt modelId="{D5E53060-2825-4D57-B9F3-EE7241AA321E}" type="pres">
      <dgm:prSet presAssocID="{AA99DDFD-DC8E-4A2D-B066-A8DA419D8F7E}" presName="iconRect" presStyleLbl="node1" presStyleIdx="4" presStyleCnt="5" custLinFactNeighborX="46643" custLinFactNeighborY="-10292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torcycle"/>
        </a:ext>
      </dgm:extLst>
    </dgm:pt>
    <dgm:pt modelId="{FC595885-FF75-4956-8A32-4397FC6F30C9}" type="pres">
      <dgm:prSet presAssocID="{AA99DDFD-DC8E-4A2D-B066-A8DA419D8F7E}" presName="spaceRect" presStyleCnt="0"/>
      <dgm:spPr/>
    </dgm:pt>
    <dgm:pt modelId="{9D5C065A-3093-4305-B3E4-C331653029B1}" type="pres">
      <dgm:prSet presAssocID="{AA99DDFD-DC8E-4A2D-B066-A8DA419D8F7E}" presName="textRect" presStyleLbl="revTx" presStyleIdx="4" presStyleCnt="5" custScaleX="125517" custLinFactNeighborX="22715" custLinFactNeighborY="-9748">
        <dgm:presLayoutVars>
          <dgm:chMax val="1"/>
          <dgm:chPref val="1"/>
        </dgm:presLayoutVars>
      </dgm:prSet>
      <dgm:spPr/>
    </dgm:pt>
  </dgm:ptLst>
  <dgm:cxnLst>
    <dgm:cxn modelId="{F0682F2D-19A7-43C3-B2A7-F81E3856DA5E}" srcId="{73104D9F-E483-4C91-BEC5-5F69F7DFF5D7}" destId="{D198D7EB-8BC3-4AAF-B437-8814FF1624F1}" srcOrd="1" destOrd="0" parTransId="{F97D439D-06E9-4F4E-8EB2-37D6B3D9F693}" sibTransId="{3663AA6E-DC04-49A5-9CBE-D1F11B8DF882}"/>
    <dgm:cxn modelId="{8AEB6C2E-01A1-4021-9A48-4CD747F37B4D}" type="presOf" srcId="{96F4C41D-59FF-4A6B-84CD-3B570E23F265}" destId="{E2CC8137-BD81-4046-8E7F-954341797A8F}" srcOrd="0" destOrd="0" presId="urn:microsoft.com/office/officeart/2018/2/layout/IconLabelList"/>
    <dgm:cxn modelId="{83C23942-E5C0-446C-8E04-907F5921A1F8}" type="presOf" srcId="{73104D9F-E483-4C91-BEC5-5F69F7DFF5D7}" destId="{F07D9897-4B54-4271-843B-21EC5DF36F7E}" srcOrd="0" destOrd="0" presId="urn:microsoft.com/office/officeart/2018/2/layout/IconLabelList"/>
    <dgm:cxn modelId="{707B2B65-E88B-41E8-83C5-F8DD4215E4CE}" srcId="{73104D9F-E483-4C91-BEC5-5F69F7DFF5D7}" destId="{96F4C41D-59FF-4A6B-84CD-3B570E23F265}" srcOrd="2" destOrd="0" parTransId="{15A79F90-D7BA-4E90-883D-FC324F3F241B}" sibTransId="{D5FB518A-9493-4BD1-B7D7-A6258BFC6A56}"/>
    <dgm:cxn modelId="{25256550-C81E-448E-B2A2-F4B3DCC55AEF}" type="presOf" srcId="{274FF359-5730-428B-B142-BD13877F6307}" destId="{87E62E34-DF80-44F0-9430-8F5F9C358886}" srcOrd="0" destOrd="0" presId="urn:microsoft.com/office/officeart/2018/2/layout/IconLabelList"/>
    <dgm:cxn modelId="{1A38E370-5FED-4351-A877-CB8710D52DF0}" srcId="{73104D9F-E483-4C91-BEC5-5F69F7DFF5D7}" destId="{AA99DDFD-DC8E-4A2D-B066-A8DA419D8F7E}" srcOrd="4" destOrd="0" parTransId="{D3EF7FD4-39DC-4F5C-88B3-5E0E408523C5}" sibTransId="{01D86F06-253B-44D5-AD5F-52A9F0B4D8D1}"/>
    <dgm:cxn modelId="{6CF66454-DE1A-4E2D-B1DF-AE93D37CC18A}" srcId="{73104D9F-E483-4C91-BEC5-5F69F7DFF5D7}" destId="{DFEAAE2D-CA12-4695-9547-DE915A40948A}" srcOrd="0" destOrd="0" parTransId="{786FCD47-CD7A-4203-8DA1-F618FBE0BDBC}" sibTransId="{B5D28380-79C1-464B-9327-427841E4270C}"/>
    <dgm:cxn modelId="{49626492-A4AB-4DFC-A2CA-9230F9189302}" type="presOf" srcId="{AA99DDFD-DC8E-4A2D-B066-A8DA419D8F7E}" destId="{9D5C065A-3093-4305-B3E4-C331653029B1}" srcOrd="0" destOrd="0" presId="urn:microsoft.com/office/officeart/2018/2/layout/IconLabelList"/>
    <dgm:cxn modelId="{E1CCBC95-43B4-4031-BE96-87B359B3CE0F}" type="presOf" srcId="{DFEAAE2D-CA12-4695-9547-DE915A40948A}" destId="{E3D613A1-35A6-4CC9-A122-C90B4DA10ECB}" srcOrd="0" destOrd="0" presId="urn:microsoft.com/office/officeart/2018/2/layout/IconLabelList"/>
    <dgm:cxn modelId="{F2D11298-D896-46B0-92EA-B6CF44E20DD9}" type="presOf" srcId="{D198D7EB-8BC3-4AAF-B437-8814FF1624F1}" destId="{EFF789C5-3355-4ECB-908C-9E1CDCB2B848}" srcOrd="0" destOrd="0" presId="urn:microsoft.com/office/officeart/2018/2/layout/IconLabelList"/>
    <dgm:cxn modelId="{EE72A8F5-2055-4896-B15E-2DE5938CA1D6}" srcId="{73104D9F-E483-4C91-BEC5-5F69F7DFF5D7}" destId="{274FF359-5730-428B-B142-BD13877F6307}" srcOrd="3" destOrd="0" parTransId="{20914CA1-4F26-4A0D-A000-C8814DF09A7E}" sibTransId="{EA2339FF-0174-489A-9EC2-326B445623ED}"/>
    <dgm:cxn modelId="{EFAB3A27-2A98-4EC3-8DF7-6A712E567B0D}" type="presParOf" srcId="{F07D9897-4B54-4271-843B-21EC5DF36F7E}" destId="{8194F1A6-7712-47AC-9271-C8F0496239B9}" srcOrd="0" destOrd="0" presId="urn:microsoft.com/office/officeart/2018/2/layout/IconLabelList"/>
    <dgm:cxn modelId="{3B140A0E-CCC8-45B3-B098-4A6BA407F244}" type="presParOf" srcId="{8194F1A6-7712-47AC-9271-C8F0496239B9}" destId="{FFC95C78-CDDB-4989-B7CF-16B06C85DC57}" srcOrd="0" destOrd="0" presId="urn:microsoft.com/office/officeart/2018/2/layout/IconLabelList"/>
    <dgm:cxn modelId="{CC935B00-70A5-4475-8719-3DCF5A303030}" type="presParOf" srcId="{8194F1A6-7712-47AC-9271-C8F0496239B9}" destId="{4C6AA4A0-93A3-44E6-9B57-9BAB85A5EFFF}" srcOrd="1" destOrd="0" presId="urn:microsoft.com/office/officeart/2018/2/layout/IconLabelList"/>
    <dgm:cxn modelId="{2AD8ADB9-8B74-4842-9213-A60E7A982BC9}" type="presParOf" srcId="{8194F1A6-7712-47AC-9271-C8F0496239B9}" destId="{E3D613A1-35A6-4CC9-A122-C90B4DA10ECB}" srcOrd="2" destOrd="0" presId="urn:microsoft.com/office/officeart/2018/2/layout/IconLabelList"/>
    <dgm:cxn modelId="{B2578526-8C93-48E2-AB42-572E6EEF9C17}" type="presParOf" srcId="{F07D9897-4B54-4271-843B-21EC5DF36F7E}" destId="{AC408EDC-318D-4012-B040-38079A243F82}" srcOrd="1" destOrd="0" presId="urn:microsoft.com/office/officeart/2018/2/layout/IconLabelList"/>
    <dgm:cxn modelId="{591E2919-7F51-47AD-AFCA-1C51B82EA456}" type="presParOf" srcId="{F07D9897-4B54-4271-843B-21EC5DF36F7E}" destId="{C5A26986-7696-4C5F-8455-A043E8E4096D}" srcOrd="2" destOrd="0" presId="urn:microsoft.com/office/officeart/2018/2/layout/IconLabelList"/>
    <dgm:cxn modelId="{B9EAAB85-C716-4990-9573-FBB599315CB1}" type="presParOf" srcId="{C5A26986-7696-4C5F-8455-A043E8E4096D}" destId="{0FDA2B17-D0F4-4718-9853-4C77C2568BDD}" srcOrd="0" destOrd="0" presId="urn:microsoft.com/office/officeart/2018/2/layout/IconLabelList"/>
    <dgm:cxn modelId="{C290FEC7-29EF-422F-951F-BBECE7315630}" type="presParOf" srcId="{C5A26986-7696-4C5F-8455-A043E8E4096D}" destId="{C5FA2ACC-3813-4083-BB09-6BD4AC99D1E2}" srcOrd="1" destOrd="0" presId="urn:microsoft.com/office/officeart/2018/2/layout/IconLabelList"/>
    <dgm:cxn modelId="{2295A5DC-D4CA-4F33-8C29-26A2851EE823}" type="presParOf" srcId="{C5A26986-7696-4C5F-8455-A043E8E4096D}" destId="{EFF789C5-3355-4ECB-908C-9E1CDCB2B848}" srcOrd="2" destOrd="0" presId="urn:microsoft.com/office/officeart/2018/2/layout/IconLabelList"/>
    <dgm:cxn modelId="{CC39F125-B204-4564-ACBE-666D4EEED121}" type="presParOf" srcId="{F07D9897-4B54-4271-843B-21EC5DF36F7E}" destId="{9141CAA0-2449-4212-814F-8E884BF47C79}" srcOrd="3" destOrd="0" presId="urn:microsoft.com/office/officeart/2018/2/layout/IconLabelList"/>
    <dgm:cxn modelId="{F3E4D9A1-54CF-4B54-AFD1-2977006090EC}" type="presParOf" srcId="{F07D9897-4B54-4271-843B-21EC5DF36F7E}" destId="{4481A7FF-8607-4354-BF70-BF5231283044}" srcOrd="4" destOrd="0" presId="urn:microsoft.com/office/officeart/2018/2/layout/IconLabelList"/>
    <dgm:cxn modelId="{42CC773A-AE65-452E-876D-545F24F25E77}" type="presParOf" srcId="{4481A7FF-8607-4354-BF70-BF5231283044}" destId="{5958E125-D088-4F2A-B4B2-30D20367001F}" srcOrd="0" destOrd="0" presId="urn:microsoft.com/office/officeart/2018/2/layout/IconLabelList"/>
    <dgm:cxn modelId="{B9347731-8F11-4D72-9834-E9D7BC6AF468}" type="presParOf" srcId="{4481A7FF-8607-4354-BF70-BF5231283044}" destId="{F96A965B-ED48-4FAB-A785-815AB0C0DF4B}" srcOrd="1" destOrd="0" presId="urn:microsoft.com/office/officeart/2018/2/layout/IconLabelList"/>
    <dgm:cxn modelId="{7305E963-509A-49C1-A2E7-E4B876A2D3BD}" type="presParOf" srcId="{4481A7FF-8607-4354-BF70-BF5231283044}" destId="{E2CC8137-BD81-4046-8E7F-954341797A8F}" srcOrd="2" destOrd="0" presId="urn:microsoft.com/office/officeart/2018/2/layout/IconLabelList"/>
    <dgm:cxn modelId="{84CBE1D6-AC63-41D8-8C47-C37A38F565BE}" type="presParOf" srcId="{F07D9897-4B54-4271-843B-21EC5DF36F7E}" destId="{7738F6A5-CE49-4794-977D-1DA4792DA8D9}" srcOrd="5" destOrd="0" presId="urn:microsoft.com/office/officeart/2018/2/layout/IconLabelList"/>
    <dgm:cxn modelId="{5D9CDA6E-DE8C-4706-AD54-91808D884B95}" type="presParOf" srcId="{F07D9897-4B54-4271-843B-21EC5DF36F7E}" destId="{4A5A1085-8A80-4405-ABFC-35973B129458}" srcOrd="6" destOrd="0" presId="urn:microsoft.com/office/officeart/2018/2/layout/IconLabelList"/>
    <dgm:cxn modelId="{C1C035F4-7673-400D-AF75-D6EE157BE0A5}" type="presParOf" srcId="{4A5A1085-8A80-4405-ABFC-35973B129458}" destId="{603EF20A-1524-491E-AADC-4DE8C0DBF02A}" srcOrd="0" destOrd="0" presId="urn:microsoft.com/office/officeart/2018/2/layout/IconLabelList"/>
    <dgm:cxn modelId="{015CB3FD-AD2C-478C-B4B3-DBDA02245D55}" type="presParOf" srcId="{4A5A1085-8A80-4405-ABFC-35973B129458}" destId="{3091F804-F92E-4134-8EAD-A24D55DCA9C6}" srcOrd="1" destOrd="0" presId="urn:microsoft.com/office/officeart/2018/2/layout/IconLabelList"/>
    <dgm:cxn modelId="{EBC1D418-1B7F-41DF-9FDF-C5E45C24FD23}" type="presParOf" srcId="{4A5A1085-8A80-4405-ABFC-35973B129458}" destId="{87E62E34-DF80-44F0-9430-8F5F9C358886}" srcOrd="2" destOrd="0" presId="urn:microsoft.com/office/officeart/2018/2/layout/IconLabelList"/>
    <dgm:cxn modelId="{5095F715-1594-48C9-BAFC-6B7B7A70F736}" type="presParOf" srcId="{F07D9897-4B54-4271-843B-21EC5DF36F7E}" destId="{36839992-9C34-4C9D-88F4-1991FEA63DD4}" srcOrd="7" destOrd="0" presId="urn:microsoft.com/office/officeart/2018/2/layout/IconLabelList"/>
    <dgm:cxn modelId="{F7D5F294-80AA-4722-9AFC-D41D81FD6D33}" type="presParOf" srcId="{F07D9897-4B54-4271-843B-21EC5DF36F7E}" destId="{34230002-1589-4C59-9EDB-5F83D9C31E03}" srcOrd="8" destOrd="0" presId="urn:microsoft.com/office/officeart/2018/2/layout/IconLabelList"/>
    <dgm:cxn modelId="{8747B46C-A623-4DC8-9278-96815070DCE5}" type="presParOf" srcId="{34230002-1589-4C59-9EDB-5F83D9C31E03}" destId="{D5E53060-2825-4D57-B9F3-EE7241AA321E}" srcOrd="0" destOrd="0" presId="urn:microsoft.com/office/officeart/2018/2/layout/IconLabelList"/>
    <dgm:cxn modelId="{FFA20044-B4D0-4FAC-8166-895D66088075}" type="presParOf" srcId="{34230002-1589-4C59-9EDB-5F83D9C31E03}" destId="{FC595885-FF75-4956-8A32-4397FC6F30C9}" srcOrd="1" destOrd="0" presId="urn:microsoft.com/office/officeart/2018/2/layout/IconLabelList"/>
    <dgm:cxn modelId="{83D22EEB-0192-4150-9769-45787FB4646D}" type="presParOf" srcId="{34230002-1589-4C59-9EDB-5F83D9C31E03}" destId="{9D5C065A-3093-4305-B3E4-C331653029B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1997F-F4F3-4337-B852-B123F719A6B6}">
      <dsp:nvSpPr>
        <dsp:cNvPr id="0" name=""/>
        <dsp:cNvSpPr/>
      </dsp:nvSpPr>
      <dsp:spPr>
        <a:xfrm>
          <a:off x="3261924" y="55041"/>
          <a:ext cx="1202475" cy="940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Ultrasonic Sensors (Left, Right, Back) </a:t>
          </a:r>
        </a:p>
      </dsp:txBody>
      <dsp:txXfrm>
        <a:off x="3261924" y="55041"/>
        <a:ext cx="1202475" cy="940249"/>
      </dsp:txXfrm>
    </dsp:sp>
    <dsp:sp modelId="{1CDABCE3-CAF2-45CE-99D9-E9A4ACAFB1FA}">
      <dsp:nvSpPr>
        <dsp:cNvPr id="0" name=""/>
        <dsp:cNvSpPr/>
      </dsp:nvSpPr>
      <dsp:spPr>
        <a:xfrm>
          <a:off x="535490" y="82481"/>
          <a:ext cx="4592901" cy="4592901"/>
        </a:xfrm>
        <a:prstGeom prst="circularArrow">
          <a:avLst>
            <a:gd name="adj1" fmla="val 3992"/>
            <a:gd name="adj2" fmla="val 250436"/>
            <a:gd name="adj3" fmla="val 20434795"/>
            <a:gd name="adj4" fmla="val 19124018"/>
            <a:gd name="adj5" fmla="val 46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256BC-5928-421F-BB7E-3C733D6321DA}">
      <dsp:nvSpPr>
        <dsp:cNvPr id="0" name=""/>
        <dsp:cNvSpPr/>
      </dsp:nvSpPr>
      <dsp:spPr>
        <a:xfrm>
          <a:off x="4439162" y="1827275"/>
          <a:ext cx="940249" cy="940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Arduino processes data </a:t>
          </a:r>
        </a:p>
      </dsp:txBody>
      <dsp:txXfrm>
        <a:off x="4439162" y="1827275"/>
        <a:ext cx="940249" cy="940249"/>
      </dsp:txXfrm>
    </dsp:sp>
    <dsp:sp modelId="{F56E2DC9-5CC8-459D-AC6E-53AEC6F7F75E}">
      <dsp:nvSpPr>
        <dsp:cNvPr id="0" name=""/>
        <dsp:cNvSpPr/>
      </dsp:nvSpPr>
      <dsp:spPr>
        <a:xfrm>
          <a:off x="515013" y="949"/>
          <a:ext cx="4592901" cy="4592901"/>
        </a:xfrm>
        <a:prstGeom prst="circularArrow">
          <a:avLst>
            <a:gd name="adj1" fmla="val 3992"/>
            <a:gd name="adj2" fmla="val 250436"/>
            <a:gd name="adj3" fmla="val 2145690"/>
            <a:gd name="adj4" fmla="val 777002"/>
            <a:gd name="adj5" fmla="val 46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53237-D317-4FCB-94A6-3958C0730173}">
      <dsp:nvSpPr>
        <dsp:cNvPr id="0" name=""/>
        <dsp:cNvSpPr/>
      </dsp:nvSpPr>
      <dsp:spPr>
        <a:xfrm>
          <a:off x="3109525" y="3644043"/>
          <a:ext cx="1501700" cy="940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Measures </a:t>
          </a:r>
          <a:r>
            <a:rPr lang="en-US" sz="16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and show </a:t>
          </a:r>
          <a:r>
            <a:rPr lang="en-US" sz="16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collision risk</a:t>
          </a: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real-time through </a:t>
          </a:r>
          <a:r>
            <a:rPr lang="en-US" sz="16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speed</a:t>
          </a: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analysis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09525" y="3644043"/>
        <a:ext cx="1501700" cy="940249"/>
      </dsp:txXfrm>
    </dsp:sp>
    <dsp:sp modelId="{606148A7-A6E2-4981-9B6D-4B5952661463}">
      <dsp:nvSpPr>
        <dsp:cNvPr id="0" name=""/>
        <dsp:cNvSpPr/>
      </dsp:nvSpPr>
      <dsp:spPr>
        <a:xfrm>
          <a:off x="518734" y="34155"/>
          <a:ext cx="4592901" cy="4592901"/>
        </a:xfrm>
        <a:prstGeom prst="circularArrow">
          <a:avLst>
            <a:gd name="adj1" fmla="val 3992"/>
            <a:gd name="adj2" fmla="val 250436"/>
            <a:gd name="adj3" fmla="val 5916169"/>
            <a:gd name="adj4" fmla="val 4909903"/>
            <a:gd name="adj5" fmla="val 46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4C429-1C52-4125-8B44-BFD0690F425D}">
      <dsp:nvSpPr>
        <dsp:cNvPr id="0" name=""/>
        <dsp:cNvSpPr/>
      </dsp:nvSpPr>
      <dsp:spPr>
        <a:xfrm>
          <a:off x="1177581" y="3644043"/>
          <a:ext cx="1169943" cy="940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warnings on an </a:t>
          </a:r>
          <a:r>
            <a:rPr lang="en-US" sz="16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LCD screen</a:t>
          </a: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77581" y="3644043"/>
        <a:ext cx="1169943" cy="940249"/>
      </dsp:txXfrm>
    </dsp:sp>
    <dsp:sp modelId="{954E4F10-0B2F-4D7A-AA44-EB78FD522954}">
      <dsp:nvSpPr>
        <dsp:cNvPr id="0" name=""/>
        <dsp:cNvSpPr/>
      </dsp:nvSpPr>
      <dsp:spPr>
        <a:xfrm>
          <a:off x="515013" y="949"/>
          <a:ext cx="4592901" cy="4592901"/>
        </a:xfrm>
        <a:prstGeom prst="circularArrow">
          <a:avLst>
            <a:gd name="adj1" fmla="val 3992"/>
            <a:gd name="adj2" fmla="val 250436"/>
            <a:gd name="adj3" fmla="val 9772561"/>
            <a:gd name="adj4" fmla="val 8403873"/>
            <a:gd name="adj5" fmla="val 46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259A0-463B-408B-9D11-A863E1FA479C}">
      <dsp:nvSpPr>
        <dsp:cNvPr id="0" name=""/>
        <dsp:cNvSpPr/>
      </dsp:nvSpPr>
      <dsp:spPr>
        <a:xfrm>
          <a:off x="-216862" y="1827275"/>
          <a:ext cx="1861007" cy="940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Alerts</a:t>
          </a: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are generated </a:t>
          </a: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when actual danger is detected </a:t>
          </a:r>
          <a:r>
            <a:rPr lang="en-US" sz="16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.Uses a </a:t>
          </a:r>
          <a:r>
            <a:rPr lang="en-US" sz="16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buzzer </a:t>
          </a:r>
          <a:r>
            <a:rPr lang="en-US" sz="16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for alerts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-216862" y="1827275"/>
        <a:ext cx="1861007" cy="940249"/>
      </dsp:txXfrm>
    </dsp:sp>
    <dsp:sp modelId="{EC874222-7D8A-4066-81C8-7477079BB94E}">
      <dsp:nvSpPr>
        <dsp:cNvPr id="0" name=""/>
        <dsp:cNvSpPr/>
      </dsp:nvSpPr>
      <dsp:spPr>
        <a:xfrm>
          <a:off x="505920" y="38875"/>
          <a:ext cx="4592901" cy="4592901"/>
        </a:xfrm>
        <a:prstGeom prst="circularArrow">
          <a:avLst>
            <a:gd name="adj1" fmla="val 3992"/>
            <a:gd name="adj2" fmla="val 250436"/>
            <a:gd name="adj3" fmla="val 12745154"/>
            <a:gd name="adj4" fmla="val 11640916"/>
            <a:gd name="adj5" fmla="val 46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4A6EE-A195-4FE7-8941-34CEB865ED9C}">
      <dsp:nvSpPr>
        <dsp:cNvPr id="0" name=""/>
        <dsp:cNvSpPr/>
      </dsp:nvSpPr>
      <dsp:spPr>
        <a:xfrm>
          <a:off x="820740" y="144503"/>
          <a:ext cx="1526711" cy="940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Activates a </a:t>
          </a:r>
          <a:r>
            <a:rPr lang="en-US" sz="15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red LED </a:t>
          </a:r>
          <a:r>
            <a:rPr lang="en-US" sz="15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only in </a:t>
          </a:r>
          <a:r>
            <a:rPr lang="en-US" sz="15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critical</a:t>
          </a:r>
          <a:r>
            <a:rPr lang="en-US" sz="15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situations 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20740" y="144503"/>
        <a:ext cx="1526711" cy="940249"/>
      </dsp:txXfrm>
    </dsp:sp>
    <dsp:sp modelId="{026F57B6-E2CF-4D30-8A89-16480F9259F6}">
      <dsp:nvSpPr>
        <dsp:cNvPr id="0" name=""/>
        <dsp:cNvSpPr/>
      </dsp:nvSpPr>
      <dsp:spPr>
        <a:xfrm>
          <a:off x="464550" y="27126"/>
          <a:ext cx="4592901" cy="4592901"/>
        </a:xfrm>
        <a:prstGeom prst="circularArrow">
          <a:avLst>
            <a:gd name="adj1" fmla="val 3992"/>
            <a:gd name="adj2" fmla="val 250436"/>
            <a:gd name="adj3" fmla="val 16778445"/>
            <a:gd name="adj4" fmla="val 15517840"/>
            <a:gd name="adj5" fmla="val 465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95C78-CDDB-4989-B7CF-16B06C85DC57}">
      <dsp:nvSpPr>
        <dsp:cNvPr id="0" name=""/>
        <dsp:cNvSpPr/>
      </dsp:nvSpPr>
      <dsp:spPr>
        <a:xfrm>
          <a:off x="685797" y="317706"/>
          <a:ext cx="711914" cy="7119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613A1-35A6-4CC9-A122-C90B4DA10ECB}">
      <dsp:nvSpPr>
        <dsp:cNvPr id="0" name=""/>
        <dsp:cNvSpPr/>
      </dsp:nvSpPr>
      <dsp:spPr>
        <a:xfrm>
          <a:off x="0" y="1282369"/>
          <a:ext cx="2060817" cy="757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AI for smarter object and risk prediction</a:t>
          </a:r>
        </a:p>
      </dsp:txBody>
      <dsp:txXfrm>
        <a:off x="0" y="1282369"/>
        <a:ext cx="2060817" cy="757103"/>
      </dsp:txXfrm>
    </dsp:sp>
    <dsp:sp modelId="{0FDA2B17-D0F4-4718-9853-4C77C2568BDD}">
      <dsp:nvSpPr>
        <dsp:cNvPr id="0" name=""/>
        <dsp:cNvSpPr/>
      </dsp:nvSpPr>
      <dsp:spPr>
        <a:xfrm>
          <a:off x="3301642" y="317706"/>
          <a:ext cx="711914" cy="7119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789C5-3355-4ECB-908C-9E1CDCB2B848}">
      <dsp:nvSpPr>
        <dsp:cNvPr id="0" name=""/>
        <dsp:cNvSpPr/>
      </dsp:nvSpPr>
      <dsp:spPr>
        <a:xfrm>
          <a:off x="2587086" y="1310753"/>
          <a:ext cx="2369629" cy="757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Adding GPS and mobile app connectivity for tracking &amp; alerts</a:t>
          </a:r>
        </a:p>
      </dsp:txBody>
      <dsp:txXfrm>
        <a:off x="2587086" y="1310753"/>
        <a:ext cx="2369629" cy="757103"/>
      </dsp:txXfrm>
    </dsp:sp>
    <dsp:sp modelId="{5958E125-D088-4F2A-B4B2-30D20367001F}">
      <dsp:nvSpPr>
        <dsp:cNvPr id="0" name=""/>
        <dsp:cNvSpPr/>
      </dsp:nvSpPr>
      <dsp:spPr>
        <a:xfrm>
          <a:off x="5867397" y="317706"/>
          <a:ext cx="711914" cy="7119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C8137-BD81-4046-8E7F-954341797A8F}">
      <dsp:nvSpPr>
        <dsp:cNvPr id="0" name=""/>
        <dsp:cNvSpPr/>
      </dsp:nvSpPr>
      <dsp:spPr>
        <a:xfrm>
          <a:off x="5105395" y="1310753"/>
          <a:ext cx="2194657" cy="757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Using camera/radar sensors for higher accuracy</a:t>
          </a:r>
        </a:p>
      </dsp:txBody>
      <dsp:txXfrm>
        <a:off x="5105395" y="1310753"/>
        <a:ext cx="2194657" cy="757103"/>
      </dsp:txXfrm>
    </dsp:sp>
    <dsp:sp modelId="{603EF20A-1524-491E-AADC-4DE8C0DBF02A}">
      <dsp:nvSpPr>
        <dsp:cNvPr id="0" name=""/>
        <dsp:cNvSpPr/>
      </dsp:nvSpPr>
      <dsp:spPr>
        <a:xfrm>
          <a:off x="1828801" y="2451306"/>
          <a:ext cx="711914" cy="7119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62E34-DF80-44F0-9430-8F5F9C358886}">
      <dsp:nvSpPr>
        <dsp:cNvPr id="0" name=""/>
        <dsp:cNvSpPr/>
      </dsp:nvSpPr>
      <dsp:spPr>
        <a:xfrm>
          <a:off x="1142992" y="3441907"/>
          <a:ext cx="2056941" cy="757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Developing waterproof and compact real-world design</a:t>
          </a:r>
        </a:p>
      </dsp:txBody>
      <dsp:txXfrm>
        <a:off x="1142992" y="3441907"/>
        <a:ext cx="2056941" cy="757103"/>
      </dsp:txXfrm>
    </dsp:sp>
    <dsp:sp modelId="{D5E53060-2825-4D57-B9F3-EE7241AA321E}">
      <dsp:nvSpPr>
        <dsp:cNvPr id="0" name=""/>
        <dsp:cNvSpPr/>
      </dsp:nvSpPr>
      <dsp:spPr>
        <a:xfrm>
          <a:off x="4800599" y="2451306"/>
          <a:ext cx="711914" cy="7119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C065A-3093-4305-B3E4-C331653029B1}">
      <dsp:nvSpPr>
        <dsp:cNvPr id="0" name=""/>
        <dsp:cNvSpPr/>
      </dsp:nvSpPr>
      <dsp:spPr>
        <a:xfrm>
          <a:off x="4190997" y="3441907"/>
          <a:ext cx="1985718" cy="757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Expanding system for motorcycles and other vehicles</a:t>
          </a:r>
        </a:p>
      </dsp:txBody>
      <dsp:txXfrm>
        <a:off x="4190997" y="3441907"/>
        <a:ext cx="1985718" cy="757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7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3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4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3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8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5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6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2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8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E9927-E7A3-4710-8325-03A1C2E2850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DDF2A-841E-4BC2-936A-A316D142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90600" y="701423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Multi-Directional Smart Bicycle Blind Spot &amp; Collision Alert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34200" y="5452747"/>
            <a:ext cx="45720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+mj-lt"/>
                <a:cs typeface="Times New Roman" pitchFamily="18" charset="0"/>
              </a:rPr>
              <a:t>Presented By: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Nusrat Jahan Nawal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Fozle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Hasan Asif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Nusrat  Jahan Rafi 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Suvro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Biswas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58FB7-CBFC-4431-8757-E531652B39A0}"/>
              </a:ext>
            </a:extLst>
          </p:cNvPr>
          <p:cNvSpPr txBox="1"/>
          <p:nvPr/>
        </p:nvSpPr>
        <p:spPr>
          <a:xfrm>
            <a:off x="533400" y="5456385"/>
            <a:ext cx="312420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Presented To: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Julkar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Naim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Joy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Adjunct Lecturer, Dept. of CSE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Southeast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44DC1-A638-4B70-AACF-F9486EC43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47959" y="2405099"/>
            <a:ext cx="4276681" cy="25479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4757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19400" y="429491"/>
            <a:ext cx="37338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83328"/>
            <a:ext cx="4686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Cyclists cannot see blind spots easily so high risk of collision from back and sides</a:t>
            </a:r>
          </a:p>
          <a:p>
            <a:pPr algn="just"/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No affordable smart safety system for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54119" y="6369164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A8537-721E-4C96-92D5-03376C856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3334"/>
          <a:stretch/>
        </p:blipFill>
        <p:spPr>
          <a:xfrm>
            <a:off x="547689" y="4675979"/>
            <a:ext cx="2590800" cy="16931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B06BB2-EA21-4D7F-959D-BCB7434C9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903" y="4675979"/>
            <a:ext cx="2034684" cy="1612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9B53EA-2344-45E5-BFFF-4DC5BD9795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748"/>
          <a:stretch/>
        </p:blipFill>
        <p:spPr>
          <a:xfrm>
            <a:off x="5946994" y="4675979"/>
            <a:ext cx="2640525" cy="16931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198CC-0366-4EF5-A1F2-56D052B04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372" y="1863752"/>
            <a:ext cx="3198227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3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19400" y="429491"/>
            <a:ext cx="37338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6324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1835259"/>
            <a:ext cx="7181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multi-directional collision alert system designed for bicycle and rickshaw riders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vehicles approaching from the left, right, and rear sides and provides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LCD, buzzer, and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”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50E93-3F61-4C21-85AA-A703A47F0015}"/>
              </a:ext>
            </a:extLst>
          </p:cNvPr>
          <p:cNvSpPr txBox="1"/>
          <p:nvPr/>
        </p:nvSpPr>
        <p:spPr>
          <a:xfrm>
            <a:off x="1182826" y="4114800"/>
            <a:ext cx="65133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Who will Benefit: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Student cyclists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Delivery riders such as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FoodPanda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Pathao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riders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Rickshaw pullers</a:t>
            </a:r>
          </a:p>
        </p:txBody>
      </p:sp>
    </p:spTree>
    <p:extLst>
      <p:ext uri="{BB962C8B-B14F-4D97-AF65-F5344CB8AC3E}">
        <p14:creationId xmlns:p14="http://schemas.microsoft.com/office/powerpoint/2010/main" val="9666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6324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19400" y="429491"/>
            <a:ext cx="37338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788DFB7-727E-D4DA-DE3C-2E8FD05711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8070778"/>
              </p:ext>
            </p:extLst>
          </p:nvPr>
        </p:nvGraphicFramePr>
        <p:xfrm>
          <a:off x="1828800" y="1729800"/>
          <a:ext cx="5162550" cy="459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085310C-5BEE-4A95-B021-57D4BB45B4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3657600"/>
            <a:ext cx="669058" cy="65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6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77200" y="6324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19400" y="429491"/>
            <a:ext cx="37338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764" y="1295399"/>
            <a:ext cx="795943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Multi-Directional Detection System: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i. 3 ultrasonic sensors (Left, Right, Back)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ii. Covers all blind spots and provides full directional awareness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 Real-Time Distance Analysis :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i. Measures distance in centimeters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ii. Detects closest vehicle and prioritizes highest risk direction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Speed Approximation: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i. Calculates speed using distance change    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ii. Fast decrease → High risk  and Slow decrease → Normal condition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Smart LCD Display (MAIN OUTPUT) 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Displays all system information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ii. Shows direction and distance clearly and provides real-time safety  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messages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17479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53754" y="6324600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19400" y="429491"/>
            <a:ext cx="37338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823" y="906904"/>
            <a:ext cx="76962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5. Buzzer Alert System: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997566"/>
              </p:ext>
            </p:extLst>
          </p:nvPr>
        </p:nvGraphicFramePr>
        <p:xfrm>
          <a:off x="2133600" y="1702777"/>
          <a:ext cx="5105400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82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Condition</a:t>
                      </a: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Buzzer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OFF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Warning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Slow beep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High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Fast beep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Continuous loud sound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277BB4-41BF-43B5-96F4-EF268280C368}"/>
              </a:ext>
            </a:extLst>
          </p:cNvPr>
          <p:cNvSpPr txBox="1"/>
          <p:nvPr/>
        </p:nvSpPr>
        <p:spPr>
          <a:xfrm>
            <a:off x="811823" y="4110079"/>
            <a:ext cx="724193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6. Critical Safety LED: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Activates only in critical condition which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indicates emergency situation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ii. Red LED ON + continuous buzzer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7. False Alert Reduction System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Uses multiple sensor readings and averages data for accuracy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iii. Ignores sudden spikes</a:t>
            </a:r>
          </a:p>
        </p:txBody>
      </p:sp>
    </p:spTree>
    <p:extLst>
      <p:ext uri="{BB962C8B-B14F-4D97-AF65-F5344CB8AC3E}">
        <p14:creationId xmlns:p14="http://schemas.microsoft.com/office/powerpoint/2010/main" val="145745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3754" y="6324600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38400" y="429490"/>
            <a:ext cx="5029200" cy="71350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Output States (LCD Display)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0246" y="1615619"/>
            <a:ext cx="75438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 SAFE STATE: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All Clear.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L: Safe | R: Safe | B: Safe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 WARNING 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Vehicle approaching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Shows direction + distance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HIGH RISK 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Danger Zone ! Vehicle very close !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Shows direction + distance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 CRITICAL 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STOP IMMEDIATELY !!!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Collision Risk Detected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Shows direction + distance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909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77200" y="6324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32909" y="387615"/>
            <a:ext cx="26670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086" y="1336339"/>
            <a:ext cx="49252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Uno / Nano 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HC-SR04 Ultrasonic Sensors ×3 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LCD 16×2 Display 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Buzzer Red LED 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Battery / Power Bank 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Toy Bicycle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1909" y="3733800"/>
            <a:ext cx="34290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Estimated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086" y="4800600"/>
            <a:ext cx="68039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Total Cost: Tk1500 – Tk 2000 (approx.)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Low-cost and affordable solution &amp;Suitable for mass use</a:t>
            </a:r>
          </a:p>
        </p:txBody>
      </p:sp>
    </p:spTree>
    <p:extLst>
      <p:ext uri="{BB962C8B-B14F-4D97-AF65-F5344CB8AC3E}">
        <p14:creationId xmlns:p14="http://schemas.microsoft.com/office/powerpoint/2010/main" val="552711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7A4E7-CA94-4609-8BBF-7106CB7BA877}"/>
              </a:ext>
            </a:extLst>
          </p:cNvPr>
          <p:cNvSpPr txBox="1"/>
          <p:nvPr/>
        </p:nvSpPr>
        <p:spPr>
          <a:xfrm>
            <a:off x="2963008" y="2209800"/>
            <a:ext cx="3810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[Left Sensor]   [Right Sensor]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\             /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\           /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─── Bicycle ───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│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[Back Sensor]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│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[Arduino Box Below]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│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[LCD Display on Handle]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[Red LED + Buzzer Unit]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47B44680-E1F7-4CB9-9B83-03C9FFF50348}"/>
              </a:ext>
            </a:extLst>
          </p:cNvPr>
          <p:cNvSpPr/>
          <p:nvPr/>
        </p:nvSpPr>
        <p:spPr>
          <a:xfrm>
            <a:off x="2933700" y="533400"/>
            <a:ext cx="3276600" cy="71350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Physical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0189-1811-472B-83CE-F292B109288E}"/>
              </a:ext>
            </a:extLst>
          </p:cNvPr>
          <p:cNvSpPr txBox="1"/>
          <p:nvPr/>
        </p:nvSpPr>
        <p:spPr>
          <a:xfrm>
            <a:off x="8077200" y="6324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– 9</a:t>
            </a:r>
          </a:p>
        </p:txBody>
      </p:sp>
    </p:spTree>
    <p:extLst>
      <p:ext uri="{BB962C8B-B14F-4D97-AF65-F5344CB8AC3E}">
        <p14:creationId xmlns:p14="http://schemas.microsoft.com/office/powerpoint/2010/main" val="134932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6324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5000" y="403113"/>
            <a:ext cx="5257800" cy="71350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Potential Risks / Challenges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992AC-FD63-4511-BFB9-9647A854D317}"/>
              </a:ext>
            </a:extLst>
          </p:cNvPr>
          <p:cNvSpPr txBox="1"/>
          <p:nvPr/>
        </p:nvSpPr>
        <p:spPr>
          <a:xfrm>
            <a:off x="609600" y="1981200"/>
            <a:ext cx="4724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may be affected by rain, dust, or uneven road surfaces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alerts may occur in crowded traffic environments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can reduce at high vehicle speeds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life and power management need optimization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6AEB1-58D5-4C74-9D83-C8009F01B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792" y="2514600"/>
            <a:ext cx="3128939" cy="221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41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0" y="6324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19400" y="429491"/>
            <a:ext cx="37338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Future Advancement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C23EE3F1-F039-0498-1EF7-B72FB7B083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205017"/>
              </p:ext>
            </p:extLst>
          </p:nvPr>
        </p:nvGraphicFramePr>
        <p:xfrm>
          <a:off x="914400" y="1739694"/>
          <a:ext cx="7315200" cy="4653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099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0" y="6324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- 12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429491"/>
            <a:ext cx="3124200" cy="609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7A7F5-E123-4242-81C6-FACFD1FFF3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476875" y="2286000"/>
            <a:ext cx="3057525" cy="3057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301F168-1FD7-407B-BE06-7A0399DBB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075" y="1905000"/>
            <a:ext cx="44958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Multi-directional real-time collision  alert system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Simple, low-cost, and effective for road safety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blind spot risks and improves rider awareness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future real-world development </a:t>
            </a:r>
          </a:p>
        </p:txBody>
      </p:sp>
    </p:spTree>
    <p:extLst>
      <p:ext uri="{BB962C8B-B14F-4D97-AF65-F5344CB8AC3E}">
        <p14:creationId xmlns:p14="http://schemas.microsoft.com/office/powerpoint/2010/main" val="859935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699</Words>
  <Application>Microsoft Office PowerPoint</Application>
  <PresentationFormat>On-screen Show (4:3)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88017</dc:creator>
  <cp:lastModifiedBy>nusratnawal@outlook.com</cp:lastModifiedBy>
  <cp:revision>25</cp:revision>
  <dcterms:created xsi:type="dcterms:W3CDTF">2026-04-29T04:54:29Z</dcterms:created>
  <dcterms:modified xsi:type="dcterms:W3CDTF">2026-06-05T22:38:33Z</dcterms:modified>
</cp:coreProperties>
</file>